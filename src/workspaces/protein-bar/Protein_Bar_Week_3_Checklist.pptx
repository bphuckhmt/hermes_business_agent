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8CAE4"/>
                </a:solidFill>
              </a:defRPr>
            </a:pPr>
            <a:r>
              <a:t>EXECUTIVE OPERATIONAL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Kế Hoạch Triển Khai Tuần 3</a:t>
            </a:r>
            <a:br/>
            <a:r>
              <a:t>(24/08 – 30/08/2026)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389120"/>
            <a:ext cx="10360152" cy="146304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4572000"/>
            <a:ext cx="9902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D6A0"/>
                </a:solidFill>
                <a:latin typeface="Segoe UI"/>
              </a:defRPr>
            </a:pPr>
            <a:r>
              <a:t>Mục Tiêu Trọng Tâm Tuần 3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Chốt địa điểm mặt bằng Thảo Điền (kiểm tra ngập nước) • Hoàn thiện hồ sơ ĐKKD • Tasting 5 SKU RTD đầu tiên • Khóa dự toán COGS menu.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Segoe UI"/>
              </a:defRPr>
            </a:pPr>
            <a:r>
              <a:t>PROTEIN BAR THẢO ĐIỀN — WEEK 3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Chỉ Số Cốt Lõi &amp; Khung Thời Gian Mở Quán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8CAE4"/>
                </a:solidFill>
                <a:latin typeface="Segoe UI"/>
              </a:defRPr>
            </a:pPr>
            <a:r>
              <a:t>05/12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TARGET OPENING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Mục tiêu vận hành thử 05/12, khai trương chính thức trước 08/12.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146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82880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D166"/>
                </a:solidFill>
                <a:latin typeface="Segoe UI"/>
              </a:defRPr>
            </a:pPr>
            <a:r>
              <a:t>1.2 TỶ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TOTAL BUDGET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Ngân sách tiêu chuẩn 1.2 tỷ VND (Dự phòng rủi ro 1.44 tỷ VND).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146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D6A0"/>
                </a:solidFill>
                <a:latin typeface="Segoe UI"/>
              </a:defRPr>
            </a:pPr>
            <a:r>
              <a:t>143 TASKS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TASK TRACKING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Tổng cộng 143 đầu việc chia đều trong 16 tuần triển khai liên tục.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9720" y="1828800"/>
            <a:ext cx="2057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F476F"/>
                </a:solidFill>
                <a:latin typeface="Segoe UI"/>
              </a:defRPr>
            </a:pPr>
            <a:r>
              <a:t>4 GATES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HARD GATES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3 Cổng pháp lý bắt buộc: ĐKKD (Tuần 4), ATVSTP (Tuần 8), PCCC (Tuần 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Segoe UI"/>
              </a:defRPr>
            </a:pPr>
            <a:r>
              <a:t>PROTEIN BAR THẢO ĐIỀN — WEEK 3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Chi Tiết 4 Nhóm Công Việc Tuần 3 (24/08 – 30/08)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  <a:latin typeface="Segoe UI"/>
              </a:defRPr>
            </a:pPr>
            <a:r>
              <a:t>1. Khảo Sát &amp; Chốt Mặt Bằng (Thảo Điền)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• Kiểm tra lịch sử ngập triều cường tại vị trí thuê.</a:t>
            </a:r>
            <a:br/>
            <a:r>
              <a:t>• Đàm phán thời gian fit-out miễn phí 30–45 ngày.</a:t>
            </a:r>
            <a:br/>
            <a:r>
              <a:t>• Xác minh giấy tờ quyền sở hữu hợp pháp của chủ nhà.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D6A0"/>
                </a:solidFill>
                <a:latin typeface="Segoe UI"/>
              </a:defRPr>
            </a:pPr>
            <a:r>
              <a:t>2. Pháp Lý &amp; Thành Lập Doanh Nghiệp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• Nộp hồ sơ thành lập Công ty TNHH 2TV tại Sở KH&amp;ĐT.</a:t>
            </a:r>
            <a:br/>
            <a:r>
              <a:t>• Chuẩn bị đăng ký ngành nghề F&amp;B, bán lẻ thực phẩm bổ sung.</a:t>
            </a:r>
            <a:br/>
            <a:r>
              <a:t>• Chuẩn bị hồ sơ cơ sở đủ điều kiện ATVSTP.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  <a:latin typeface="Segoe UI"/>
              </a:defRPr>
            </a:pPr>
            <a:r>
              <a:t>3. Thử Mẫu (Tasting) &amp; Chọn Nhà Cung Cấp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• Tasting 5 SKU RTD từ Wana Beverage &amp; Interfresh Củ Chi.</a:t>
            </a:r>
            <a:br/>
            <a:r>
              <a:t>• Yêu cầu bản Tự công bố sản phẩm và chứng nhận ISO/HACCP.</a:t>
            </a:r>
            <a:br/>
            <a:r>
              <a:t>• Đàm phán hạn mức thanh toán công nợ 15-30 ngày.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76F"/>
                </a:solidFill>
                <a:latin typeface="Segoe UI"/>
              </a:defRPr>
            </a:pPr>
            <a:r>
              <a:t>4. Menu Engineering &amp; Định Mức COGS</a:t>
            </a:r>
          </a:p>
          <a:p>
            <a:pPr>
              <a:spcBef>
                <a:spcPts val="6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• Khóa công thức chuẩn cho 8 món Signature Protein Shake.</a:t>
            </a:r>
            <a:br/>
            <a:r>
              <a:t>• Thiết lập định mức COGS mục tiêu: 28% – 32% giá bán lẻ.</a:t>
            </a:r>
            <a:br/>
            <a:r>
              <a:t>• Chốt danh mục thiết bị quầy bar (Máy Espresso, Blender công nghiệp).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